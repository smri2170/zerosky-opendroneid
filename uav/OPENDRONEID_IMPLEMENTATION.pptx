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FF"/>
                </a:solidFill>
                <a:latin typeface="Yu Gothic"/>
              </a:rPr>
              <a:t>zkp-m1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54480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7E"/>
                </a:solidFill>
                <a:latin typeface="Yu Gothic"/>
              </a:rPr>
              <a:t>OpenDroneID (ASTM F3411-22a)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976D2"/>
                </a:solidFill>
                <a:latin typeface="Yu Gothic"/>
              </a:rPr>
              <a:t>実装解説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880360"/>
            <a:ext cx="1371600" cy="31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1089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  <a:latin typeface="Yu Gothic"/>
              </a:rPr>
              <a:t>BLE ブロードキャスト・Flutter 受信・ZK 証明との統合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1908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FF"/>
                </a:solidFill>
                <a:latin typeface="Yu Gothic"/>
              </a:rPr>
              <a:t>OpenDroneID / ASTM F3411-22a / ZK-SNARKs / Flutter / Raspberry 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プロジェクト概要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zkp-m1 — ドローンの接近をゼロ知識証明で示すデモシステム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Yu Gothic"/>
              </a:rPr>
              <a:t>何を証明するか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24128"/>
            <a:ext cx="50292" cy="2926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024128"/>
            <a:ext cx="8183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「ドローンが利用者の 30m 以内に、かつ 5 秒以内の時刻差で接近した」という事実を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生の GPS 座標・飛行ルートを一切公開せずに、暗号学的に証明する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74519"/>
            <a:ext cx="260604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ドローン側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21992"/>
            <a:ext cx="2606040" cy="26060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267712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Raspberry Pi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OpenDroneID BLE 送信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(ASTM F3411-22a)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lat / lon / alt / time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1秒ごとにブロードキャスト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74519"/>
            <a:ext cx="260604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ZK 証明エンジン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221992"/>
            <a:ext cx="2606040" cy="26060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267712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Circom 回路 (Groth16)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Witness 計算 (.wcd)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Proof 生成 (.zkey)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Verify (verification_key)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座標は private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874519"/>
            <a:ext cx="2606040" cy="3474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Yu Gothic"/>
              </a:rPr>
              <a:t>利用者側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221992"/>
            <a:ext cx="2606040" cy="26060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2267712"/>
            <a:ext cx="24231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Android (Flutter)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BLE 受信 → ドローン位置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GPS → 利用者位置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カメラ録画 → 映像証拠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端末上でオンデバイス証明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697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16161"/>
                </a:solidFill>
                <a:latin typeface="Y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697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16161"/>
                </a:solidFill>
                <a:latin typeface="Y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83480"/>
            <a:ext cx="8321040" cy="530352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983480"/>
            <a:ext cx="50292" cy="5303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6577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Yu Gothic"/>
              </a:rPr>
              <a:t>公開されるのは within30 フラグ と Poseidon commitment ハッシュのみ — 生座標は外へ出ない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システムアーキテクチャ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ハードウェア → BLE → Flutter アプリ → オンデバイス ZK 証明 の全体フロー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210312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① Raspberry Pi (UAV 搭載)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051560"/>
            <a:ext cx="6217920" cy="7772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234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Yu Gothic"/>
              </a:rPr>
              <a:t>Python remote_id.py で BasicID / Location を ASTM F3411-22a 形式で BLE ブロードキャスト（1秒ごと）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37E"/>
                </a:solidFill>
                <a:latin typeface="Yu Gothic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57400"/>
            <a:ext cx="2103120" cy="7772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585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② BLE 伝送 (OpenDroneID)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057400"/>
            <a:ext cx="6217920" cy="7772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240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Yu Gothic"/>
              </a:rPr>
              <a:t>Service UUID 0xFFFA の Service Data AD / 25 バイトメッセージ / 距離 ~100m 圏内に届く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8346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976D2"/>
                </a:solidFill>
                <a:latin typeface="Yu Gothic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63240"/>
            <a:ext cx="210312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644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③ Flutter アプリ (Android / Pixel 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063240"/>
            <a:ext cx="6217920" cy="7772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246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Yu Gothic"/>
              </a:rPr>
              <a:t>BLE スキャン → Location パース → GPS 取得 → カメラ録画 → 履歴 20 点収集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0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97B"/>
                </a:solidFill>
                <a:latin typeface="Yu Gothic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210312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702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④ Circom 回路 (オンデバイス)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069080"/>
            <a:ext cx="6217920" cy="7772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Yu Gothic"/>
              </a:rPr>
              <a:t>Witness 計算 (circom_witnesscalc/.wcd) → Groth16 証明生成 (flutter_rapidsnark/.zkey) → 検証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1B9A"/>
                </a:solidFill>
                <a:latin typeface="Yu Gothic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74920"/>
            <a:ext cx="210312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760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Yu Gothic"/>
              </a:rPr>
              <a:t>⑤ Public Outputs (証明結果)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5074920"/>
            <a:ext cx="6217920" cy="7772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5257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Yu Gothic"/>
              </a:rPr>
              <a:t>within30 / any_within30 / drone_commitment / target_commitment — 生座標ゼロ公開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開発環境・ツールバージョン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ビルドおよびデプロイに必要なすべてのツール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24128"/>
          <a:ext cx="8321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3291840"/>
                <a:gridCol w="23774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ツール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バージョン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インストール方法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circom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2.2.2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Circom 回路コンパイラ (.r1cs / .wasm 生成)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cargo install circom  (Rust)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snarkjs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0.7.5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Powers of Tau / Groth16 セットアップ / 証明検証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npm install -g snarkjs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v24.14.0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snarkjs の実行環境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https://nodejs.org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circomlib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^2.0.5 (npm)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Poseidon ハッシュ等の標準回路ライブラリ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npm install  (package.json 記載)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build-circuit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0.1.1 (git)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.wcd ファイル生成 (circom-witnesscalc)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cargo build -p build-circuit
(iden3/circom-witnesscalc)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Flutter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3.32.5 stable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Android アプリビルド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https://flutter.dev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Dart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^3.8.1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Flutter / Dart 言語ランタイム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Flutter に同梱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Python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3.14.4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remote_id.py (Raspberry Pi BLE 送信)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OS 標準 / pyenv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rustc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1.90.0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circom / build-circuit のビルド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https://rustup.rs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ZK 回路ツールチェーン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回路の作成からアプリ搭載まで — scripts/build_*.sh で一括実行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ビルドフロー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1732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3441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circom --O2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5270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回路コンパイル → .r1cs / .wasm 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92808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98424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9110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powersoftau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09397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Powers of Tau (bn128 / pot12~14)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55117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247802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groth16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6609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Groth16 セットアップ → _0000.zkey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26664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118104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044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zkey contribute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2278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Zkey contribution → _final.zkey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593592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685032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3611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zkey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37947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検証キー → verification_key.json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60520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25196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4178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wtns calculate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36168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サンプル Witness 生成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727448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481888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47457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snarkjs groth16 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49286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サンプル Proof 生成・確認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94376"/>
            <a:ext cx="201168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538581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53126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37E"/>
                </a:solidFill>
                <a:latin typeface="Yu Gothic"/>
              </a:rPr>
              <a:t>build-circuit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54955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  <a:latin typeface="Yu Gothic"/>
              </a:rPr>
              <a:t>.wcd ファイル生成 (circom-witnesscalc)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102412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主要ライブラリ・リポジトリ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1325880"/>
            <a:ext cx="4160520" cy="10972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1325880"/>
            <a:ext cx="50292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13990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circom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164592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976D2"/>
                </a:solidFill>
                <a:latin typeface="Yu Gothic"/>
              </a:rPr>
              <a:t>github.com/iden3/circom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3168" y="184708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Yu Gothic"/>
              </a:rPr>
              <a:t>Circom 言語コンパイラ (Rust製)
.circom → .r1cs + .wasm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2560320"/>
            <a:ext cx="4160520" cy="10972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63440" y="2560320"/>
            <a:ext cx="50292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73168" y="26334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snarkjs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73168" y="28803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976D2"/>
                </a:solidFill>
                <a:latin typeface="Yu Gothic"/>
              </a:rPr>
              <a:t>github.com/iden3/snarkjs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308152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Yu Gothic"/>
              </a:rPr>
              <a:t>ZK-SNARK ツールキット (JS/Node)
Groth16 / PLONK / Powers of Tau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3794760"/>
            <a:ext cx="4160520" cy="10972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3440" y="3794760"/>
            <a:ext cx="50292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73168" y="38679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circomlib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3168" y="41148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976D2"/>
                </a:solidFill>
                <a:latin typeface="Yu Gothic"/>
              </a:rPr>
              <a:t>github.com/iden3/circomlib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3168" y="431596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Yu Gothic"/>
              </a:rPr>
              <a:t>標準回路ライブラリ (npm)
Poseidon / EdDSA / Comparators など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5029200"/>
            <a:ext cx="4160520" cy="10972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63440" y="5029200"/>
            <a:ext cx="50292" cy="10972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73168" y="51023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circom-witnesscalc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73168" y="534924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976D2"/>
                </a:solidFill>
                <a:latin typeface="Yu Gothic"/>
              </a:rPr>
              <a:t>github.com/iden3/circom-witnesscalc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3168" y="55504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Yu Gothic"/>
              </a:rPr>
              <a:t>Rust 製 Witness 計算エンジン
build-circuit で .wcd を生成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Flutter アプリ依存ライブラリ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rapidsnark_app/pubspec.yaml — pub.dev / GitHub から取得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ZK 証明コア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98448"/>
          <a:ext cx="39319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14173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パッケージ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バージョン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flutter_rapidsnark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git (iden3)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Groth16 証明生成・検証 (rapidsnark Rust バインディング)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circom_witnesscalc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^0.0.1-alpha.1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.wcd を使ったオンデバイス Witness 計算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25146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センサー・通信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2788920"/>
          <a:ext cx="3931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14173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パッケージ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バージョン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flutter_blue_plus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^1.35.5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BLE スキャン (OpenDroneID 受信)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geolocator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^14.0.2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GPS ストリーム (1 秒ごと位置取得)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sensors_plus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^7.0.0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気圧センサー → 高度推定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camera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^0.11.2+1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カメラ録画 (動画証拠)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63440" y="10241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AI / 映像解析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298448"/>
          <a:ext cx="41605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77240"/>
                <a:gridCol w="14173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パッケージ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バージョン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google_mlkit_image_labeling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ML Kit 画像ラベリング (UAV 検知)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google_mlkit_object_detection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^0.15.1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ML Kit 物体検出 (バウンディングボックス)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tflite_flutter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TFLite モデル推論 (カスタム UAV モデル)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video_thumbnail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^0.5.6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動画サムネイル / フレーム抽出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^4.5.4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画像デコード・前処理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331012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ユーティリティ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663440" y="3584448"/>
          <a:ext cx="41605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"/>
                <a:gridCol w="20116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パッケージ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バージョン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用途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path_provider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^2.1.5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一時ファイルパス (.zkey コピー先)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image_picker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^1.2.0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ギャラリーから動画選択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リポジトリ構成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github.com/SMRI2170/zkp-m1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  <a:latin typeface="Yu Gothic"/>
              </a:rPr>
              <a:t>github.com/SMRI2170/zkp-m1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8321040" cy="51206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0292" cy="5120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17320"/>
            <a:ext cx="8156448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zkp-m1/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├── circuits/                   # Circom 回路ソース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lib_uav_safety.circom   #   共通テンプレート (Distance30mTimeCore)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distance_30m_time.circom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distance_30m_time_detection_flag.circom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distance_30m_time_detection_commitment.circom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distance_30m_time_feature_classifier.circom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└── distance_30m_time_series.circom  # N=20 時系列回路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├── scripts/                    # ビルドスクリプト群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build_distance_variant_assets.sh   # 共通ビルドテンプレート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└── build_distance_*_assets.sh         # 各回路ラッパー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├── zk-distance/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└── samples/                # サンプル入力 JSON (各回路)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├── rapidsnark_app/             # Flutter アプリ (Android)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├── lib/main.dart           #   アプリ本体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└── assets/circuits/        #   .wcd / .zkey / verification_key.json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├── uav/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│   └── remote_id.py            # Raspberry Pi BLE 送信スクリプト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└── package.json                # circomlib npm 依存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1.  OpenDroneID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国際標準 ASTM F3411 — ドローンが BLE/Wi-Fi で識別・位置情報をブロードキャストする規格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ドローンが BLE または Wi-Fi で自身の識別情報・位置情報を周囲に送信する国際規格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受信側は特別なアプリ不要で機体識別・位置を把握できる「電波リモートID」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日本: 2022年6月 改正航空法により 100g 以上の機体に搭載義務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2148840"/>
          <a:ext cx="8321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2120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規格名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ASTM F3411-22a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米国 ASTM International 制定（2022年版）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ASD-STAN prEN 4709-002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欧州版 — ASTM と相互運用性あり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日本航空法 改正（2022年6月）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100g 以上の機体にリモートID搭載義務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977639"/>
            <a:ext cx="8321040" cy="47548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977639"/>
            <a:ext cx="50292" cy="4754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Yu Gothic"/>
              </a:rPr>
              <a:t>キーポイント: 地上・上空にいる第三者が機体識別・現在位置をリアルタイムで受信できる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2.  変更の概要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独自 BLE フォーマット → ASTM F3411-22a (OpenDroneID) 準拠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6161"/>
                </a:solidFill>
                <a:latin typeface="Yu Gothic"/>
              </a:rPr>
              <a:t>変更前（独自フォーマット）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35024"/>
            <a:ext cx="3931920" cy="210312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35024"/>
            <a:ext cx="50292" cy="2103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26464"/>
            <a:ext cx="3767328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BLE Manufacturer Specific Data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AD type   : 0xFF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Company ID: 0x02E5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Payload   : [MAGIC=0x5A][VER=0x01]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     [lat_e7 4B][lon_e7 4B]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     [alt_dm 2B][unix_time 4B][seq 1B]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合計      : 17 バイト（独自仕様）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024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変更後（OpenDroneID 準拠）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35024"/>
            <a:ext cx="3931920" cy="210312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35024"/>
            <a:ext cx="50292" cy="2103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426464"/>
            <a:ext cx="3767328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BLE Service Data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AD type     : 0x16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Service UUID: 0xFFFA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Payload     : 25 バイトの ASTM F3411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       メッセージ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合計        : 29 バイト（規格準拠）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       BLE 31B 制限内に収まる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11880"/>
            <a:ext cx="8321040" cy="1270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73075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Yu Gothic"/>
              </a:rPr>
              <a:t>得られるメリット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41648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DJI / Autel などの市販 Remote ID モジュールと互換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DroneScanner / OpenDroneID Receiver などの対応アプリで受信可能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規制当局の検査機器（FAA・国交省）に対応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3.  BLE ペイロード構造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AD 要素レイアウト（合計 29 バイト）— BLE 31 バイト広告制限内に収まる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8321040" cy="19659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24128"/>
            <a:ext cx="50292" cy="1965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115568"/>
            <a:ext cx="815644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202C"/>
                </a:solidFill>
                <a:latin typeface="Courier New"/>
              </a:rPr>
              <a:t>オクテット:  [0]      [1]    [2]   [3]    [4 .. 28]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内容:        length   0x16   0xFA  0xFF   25 バイトメッセージ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             (= 28)   AD type  UUID (Little-Endian)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  length=28  : type(1) + UUID(2) + message(25) の合計バイト数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  AD type 0x16 : Service Data – 16-bit UUID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  UUID 0xFFFA  : OpenDroneID 専用 Service 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272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BasicID メッセージ  (25 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19856"/>
            <a:ext cx="4023360" cy="15544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419856"/>
            <a:ext cx="50292" cy="1554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3511296"/>
            <a:ext cx="38587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Byte 0    : Header = (Type=0 &lt;&lt; 4) | ProtoVer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 1    : IDType[3:0] | UAType[7:4]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2-21: UAS_ID  (20B ASCII, null padding)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22-24: Reserved  (0x00)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272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Location メッセージ  (25 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419856"/>
            <a:ext cx="4023360" cy="15544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419856"/>
            <a:ext cx="50292" cy="1554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3511296"/>
            <a:ext cx="385876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Byte 0    : Header = (Type=1 &lt;&lt; 4) | ProtoVer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5-8 : Latitude   (int32 LE, 1e-7°)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9-12: Longitude  (int32 LE, 1e-7°)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15-16: AltGeo   (uint16, (alt+1000)×2)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Bytes 21-22: Timestamp (UTC 時間内秒 × 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3-1.  BasicID メッセージ詳細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機体識別子と種別 — 25 バイト固定長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24128"/>
          <a:ext cx="8321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48463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バイト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フィールド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値・説明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(MessageType=0 &lt;&lt; 4) | ProtoVersion　例: 0x02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 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IDType | UAType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IDType=1(Serial) | UAType=2(Multirotor)&lt;&lt;4　例: 0x21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2–21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UAS_ID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20 バイト ASCII / null パディング　例: "UAV-ZKP-M1-DEMO00"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22–24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Reserved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0x00  0x00  0x00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12724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実際の送信例（hex）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429000"/>
            <a:ext cx="8321040" cy="137160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429000"/>
            <a:ext cx="50292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3520440"/>
            <a:ext cx="815644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02 21 55 41 56 2D 5A 4B 50 2D 4D 31 2D 44 45 4D 4F 30 30 00 00 00 00 00 00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↑   ↑  ↑──────── "UAV-ZKP-M1-DEMO00" ──────────────────────────↑  ↑── reserved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型  ID UAV種別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3-2.  Location メッセージ詳細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現在位置・高度・速度・タイムスタンプ — 1 秒に 1 回以上の送信が義務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24128"/>
          <a:ext cx="8321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50292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バイト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フィールド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エンコード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(Type=1&lt;&lt;4)|ProtoVer　例: 0x12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 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Status | Flags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Status=1(Airborne)　例: 0x01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5–8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Latitude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int32 LE, 1e-7 度　35.6891390° → 356,891,390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9–12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Longitude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int32 LE, 1e-7 度　139.6917000° → 1,396,917,000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13–14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AltitudeBaro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uint16 LE, (alt_m + 1000) ×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15–16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AltitudeGeo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uint16 LE, (alt_m + 1000) × 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Bytes 21–22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uint16 LE, UTC 時間内秒 × 10　例: 19200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実際の送信例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828032"/>
            <a:ext cx="8321040" cy="100584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828032"/>
            <a:ext cx="50292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4919472"/>
            <a:ext cx="81564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12 01 00 00 00 FE BA 45 15 08 43 43 53 E8 07 E8 07 FF FF 00 00 6E 4B 00 00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↑  ↑          ↑──────────↑ ↑──────────↑ baro geo                ↑───↑ 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4.  送信側実装（Raspberry Pi）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uav/remote_id.py — hcitool で Raw HCI コマンドを直接発行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送信サイクル（1 秒ごと交互）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16736"/>
            <a:ext cx="3840480" cy="17830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16736"/>
            <a:ext cx="50292" cy="17830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08176"/>
            <a:ext cx="367588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tick 0: Location  ← 現在位置・高度・時刻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tick 1: BasicID   ← 機体識別子・種別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tick 2: Location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tick 3: BasicID  ...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→ 8 秒スキャンで Location を最低 4 回受信可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2412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HCI コマンド送信フロー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4251960" cy="17830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316736"/>
            <a:ext cx="50292" cy="17830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408176"/>
            <a:ext cx="4087368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広告パラメータ設定 (ADV_NONCONN_IND)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hcitool cmd 0x08 0x0006 A0 00 A0 00 03 ...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広告データ設定 (29 バイト)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hcitool cmd 0x08 0x0008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1D 1C 16 FA FF [25B msg] 00 00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広告有効化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hcitool cmd 0x08 0x000A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18688"/>
            <a:ext cx="8321040" cy="1270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使い方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8321040" cy="15087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39312"/>
            <a:ext cx="50292" cy="1508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730752"/>
            <a:ext cx="815644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固定座標を 1 秒ごとに送信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python3 uav/remote_id.py --lat 35.6891390 --lon 139.6917000 --alt 12.0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JSON ファイルから動的に読み込む（飛行中に更新可能）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python3 uav/remote_id.py --json-path uav_sample.json --interval 0.5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5.  受信側実装（Flutter アプリ）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rapidsnark_app/lib/main.dart — UavTelemetryPacket クラス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BLE スキャンフロー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16736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①  Bluetooth アダプタ状態を確認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②  FlutterBluePlus.startScan (25 秒)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③  serviceData から UUID 0xFFFA を検索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④  BasicID → UAS_ID を保存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⑤  Location → UavTelemetryPacket に変換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⑥  フォームに lat / lon / alt / time を自動入力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024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Location パース &amp; タイムスタンプ再構築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316736"/>
            <a:ext cx="5029200" cy="365760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1316736"/>
            <a:ext cx="50292" cy="3657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1408176"/>
            <a:ext cx="4864608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Service UUID 0xFFFA のデータを取得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static const serviceUuid = '0000fffa-...';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Location メッセージ (type=1) → パース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latI32 = data.getInt32(5,  Endian.little);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lonI32 = data.getInt32(9,  Endian.little);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altGeo = data.getUint16(15, Endian.little);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tsRaw  = data.getUint16(21, Endian.little);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タイムスタンプ: 時間内秒 → Unix 秒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secs = tsRaw ~/ 10;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base = nowSec - (nowSec % 3600);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return base + secs;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6.  独自フォーマット vs OpenDroneID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フィールド対応表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24128"/>
          <a:ext cx="8321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38404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フィールド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独自フォーマット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OpenDroneID (ASTM F3411)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識別子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Manufacturer Data (0x02E5)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Service Data, UUID 0xFFFA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緯度・経度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int32 LE, 1e-7 度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同じ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高度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int16 LE, デシメートル (0.1m単位)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uint16 LE, (alt+1000)×2 (0.5m単位)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タイムスタンプ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uint32 LE, Unix 秒（絶対値）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uint16 LE, 時間内秒×10（相対値）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機体識別子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BasicID の UAS_ID（20B ASCII）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速度・方向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なし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Direction / SpeedH / SpeedV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精度情報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HorizAcc / VertAcc / SpeedAcc など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8.  ZK 証明フローへの接続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OpenDroneID Location → Circom 回路 private input への変換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8321040" cy="15087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24128"/>
            <a:ext cx="50292" cy="1508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115568"/>
            <a:ext cx="815644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A202C"/>
                </a:solidFill>
                <a:latin typeface="Courier New"/>
              </a:rPr>
              <a:t>Location.latitude     →  drone_lat_e7_norm  =  round((lat + 90)  × 1e7)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Location.longitude    →  drone_lon_e7_norm  =  round((lon + 180) × 1e7)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Location.altitudeGeo  →  drone_alt_cm       =  round(alt_m × 100)</a:t>
            </a:r>
          </a:p>
          <a:p>
            <a:r>
              <a:rPr sz="1100">
                <a:solidFill>
                  <a:srgbClr val="1A202C"/>
                </a:solidFill>
                <a:latin typeface="Courier New"/>
              </a:rPr>
              <a:t>Location.timestamp    →  drone_time_sec     =  _reconstructUnixTime(tsRaw)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回路内での処理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62656"/>
            <a:ext cx="8321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Poseidon4(drone_lat, drone_lon, drone_alt, drone_time) → drone_commitment  【公開】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Poseidon4(target_lat, target_lon, target_alt, target_time) → target_commitment  【公開】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実際の座標値は外部に一切公開されない — ハッシュ値のみが public output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Yu Gothic"/>
              </a:rPr>
              <a:t>■  within30 = (3D距離 ≤ 30m) AND (時刻差 ≤ 5s) → 公開フラグとして証明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736592"/>
            <a:ext cx="8321040" cy="56692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736592"/>
            <a:ext cx="50292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1888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Yu Gothic"/>
              </a:rPr>
              <a:t>Time Series 回路 (N=20): 録画中に収集した 20 ペア全点を対象に OR 削減 → any_within30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9.  今後の拡張方針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ロードマップ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24128"/>
          <a:ext cx="83210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3093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BT5 Long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Extended Advertising + MessagePack で複数メッセージを 1 パケットで送信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Wi-Fi NaN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より広範囲への送信（Pixel 8 は Wi-Fi NaN 受信対応）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OpenDroneID Auth メッセージで機体の署名を検証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IPFS 連携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BasicID の UAS_ID をキーに IPFS から Merkle Tree を取得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Merkle 証明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飛行ログの Merkle Proof を ZK 回路に組み込み改ざん防止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023360"/>
            <a:ext cx="8321040" cy="530352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023360"/>
            <a:ext cx="50292" cy="53035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0565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Yu Gothic"/>
              </a:rPr>
              <a:t>目標: OpenDroneID 準拠 + ZK 証明 + 飛行ログ Merkle Proof の統合アーキテクチャ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GPS + BME280 実機センサー統合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Raspberry Pi に接続した実機センサーからリアルタイムでドローン位置・高度を取得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ハードウェア構成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316736"/>
          <a:ext cx="8321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645920"/>
                <a:gridCol w="33832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デバイス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接続方式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識別子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GPS モジュール（u-blox）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USB CDC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/dev/ttyACM0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緯度・経度・GPS 高度・Fix 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BME280 気圧センサー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I²C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アドレス 0x76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気圧 → QFE 相対高度計算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Raspberry 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192.168.11.54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BLE ブロードキャスト・センサー統合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27249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16161"/>
                </a:solidFill>
                <a:latin typeface="Yu Gothic"/>
              </a:rPr>
              <a:t>変更前（固定値）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99232"/>
            <a:ext cx="3931920" cy="157276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999232"/>
            <a:ext cx="50292" cy="157276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090672"/>
            <a:ext cx="3767328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python3 remote_id.py \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--lat 35.6891390 \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--lon 139.6917000 \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--alt 12.0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座標はCLI引数の固定値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566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2491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変更後（実機センサー）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999232"/>
            <a:ext cx="3794760" cy="157276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999232"/>
            <a:ext cx="50292" cy="157276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3090672"/>
            <a:ext cx="3630168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python3 remote_id.py --gps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GPS シリアル自動検出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BME280 I2C 読み取り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1秒ごとにリアルタイム送信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645152"/>
            <a:ext cx="8321040" cy="585216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645152"/>
            <a:ext cx="50292" cy="58521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97B"/>
                </a:solidFill>
                <a:latin typeface="Yu Gothic"/>
              </a:rPr>
              <a:t>実機確認結果: GPS Fix 取得、BME280 正常、BLE ブロードキャスト確認
[seq=001] lat=34.9686023  lon=135.8991972  alt_geo=122.1m  alt_baro=0.1m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QFE 高度方式 — 同一基準での高度計測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ドローン（Pi BME280）とユーザー（スマホ気圧計）を同じ地上基準ゼロに揃える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問題: なぜ高度がずれるか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316736"/>
          <a:ext cx="8321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0350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方式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問題点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標準大気 1013.25 hPa 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実際の海面気圧は天気で変化（±10 hPa 以上）→ 絶対高度が最大 ±80m ずれる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GPS 高度 (WGS84)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楕円体高で誤差が大きい（±10〜30m 以上）、室内・屋根下では取得不可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Pi と スマホで基準が違う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BME280 と スマホ気圧計が異なる P₀ を使うと高度差が正確に出ない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0358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解決策: QFE（Height Above Takeoff）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10128"/>
            <a:ext cx="3931920" cy="24688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310128"/>
            <a:ext cx="50292" cy="2468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401568"/>
            <a:ext cx="376732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Pi 側（remote_id.py）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起動時に地上気圧を記録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P0 = bme280.sample().pressure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相対高度を計算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alt = 44330 × (1 - (P/P0)^(1/5.255))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地上では alt ≈ 0m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10m 飛行後 alt ≈ 10m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310128"/>
            <a:ext cx="3794760" cy="24688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3310128"/>
            <a:ext cx="50292" cy="2468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3401568"/>
            <a:ext cx="363016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Flutter 側（main.dart）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最初の気圧値を地上基準に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_groundPressureHpa ??= event.pressure;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QFE 高度計算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double _baroToRelativeAlt(double p) {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return 44330 * (1 - (p/p0)^(1/5.255));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スマホも地上 = 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870448"/>
            <a:ext cx="8321040" cy="6400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870448"/>
            <a:ext cx="50292" cy="6400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76D2"/>
                </a:solidFill>
                <a:latin typeface="Yu Gothic"/>
              </a:rPr>
              <a:t>効果: Pi と スマホが同じ場所で起動 → P₀ がほぼ同値 → 高度差 = 実際の物理的な高さの差
天気・標高・センサーの個体差に関わらず、両者間の相対高度が正確になる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Flutter アプリ改善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録画安定化・GPS 1秒更新・高度基準統一の 3 点を修正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①  録画エラーの可視化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24128"/>
            <a:ext cx="50292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16736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16736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408176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catch (_) {}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// 全エラーを無視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7099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16736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16736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408176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catch (e) {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setState(() =&gt;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_status = '録画エラー: $e');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633472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  <a:latin typeface="Yu Gothic"/>
              </a:rPr>
              <a:t>無音でのエラーを表示に変更し、原因特定を容易にする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8346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②  imageFormatGroup 削除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34640"/>
            <a:ext cx="50292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127248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127248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3218688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CameraController(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imageFormatGroup: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ImageFormatGroup.jpeg,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20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127248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127248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218688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CameraController(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// imageFormatGroup なし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enableAudio: false,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443984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  <a:latin typeface="Yu Gothic"/>
              </a:rPr>
              <a:t>JPEG フォーマット指定が動画録画と競合するため削除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③  GPS 1 秒更新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645152"/>
            <a:ext cx="50292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937760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937760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5029200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LocationSettings(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distanceFilter: 0,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// 移動しないと更新なし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3309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937760"/>
            <a:ext cx="3474720" cy="1298448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937760"/>
            <a:ext cx="50292" cy="12984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5029200"/>
            <a:ext cx="3310128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AndroidSettings(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intervalDuration: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Duration(seconds: 1),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254496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  <a:latin typeface="Yu Gothic"/>
              </a:rPr>
              <a:t>停止中でも毎秒 GPS を取得、時系列データの品質向上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opendroneid-core-c 準拠 — 送信側の誤り修正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remote_id.py に存在した 3 箇所のビットレイアウト不整合を修正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Yu Gothic"/>
              </a:rPr>
              <a:t>修正前（誤）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931920" cy="19659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0292" cy="1965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89888"/>
            <a:ext cx="376732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❌ Status が下位ニブル（正しくは上位）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byte1 = (status &amp; 0x0F) | (flags &lt;&lt; 4)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❌ AIRBORNE = 1（正しくは 2）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ODID_STATUS_AIRBORNE = 1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❌ BasicID Byte1 のニブルが逆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byte1 = (ua_type &lt;&lt; 4) | id_type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976D2"/>
                </a:solidFill>
                <a:latin typeface="Y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02412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修正後（opendroneid-core-c 準拠）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98448"/>
            <a:ext cx="3794760" cy="19659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298448"/>
            <a:ext cx="50292" cy="1965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389888"/>
            <a:ext cx="363016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✓ Status が上位ニブル (bits 7:4)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byte1 = ((status &amp; 0x0F) &lt;&lt; 4) | flags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✓ AIRBORNE = 2 (GROUND=1, AIRBORNE=2)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ODID_STATUS_AIRBORNE = 2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✓ BasicID: IDType 上位, UAType 下位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byte1 = ((id_type &amp; 0x0F) &lt;&lt; 4) | ua_type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6499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Location Byte 1 の正しいビットレイアウト（opendroneid-core-c より）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8321040" cy="1353312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39312"/>
            <a:ext cx="50292" cy="13533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730752"/>
            <a:ext cx="8156448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Byte 1: [ Status[7:4] | Reserved[3] | HeightType[2] | EWDir[1] | SpeedMult[0] ]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^^^^^^^^^^^^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   上位 4 ビット — UNDECLARED=0, GROUND=1, AIRBORNE=2, EMERGENCY=3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74920"/>
            <a:ext cx="8321040" cy="402336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50292" cy="40233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3892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97B"/>
                </a:solidFill>
                <a:latin typeface="Yu Gothic"/>
              </a:rPr>
              <a:t>方向・速度のエンコードも追加: EWDirection フラグで西半球補正 / SpeedMult で高速域スケール切替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Flutter 受信側デコーダの更新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UavTelemetryPacket を opendroneid-core-c 準拠に書き直し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Byte 1 の正しいデコード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931920" cy="278892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0292" cy="2788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89888"/>
            <a:ext cx="3767328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修正前: Status を下位ニブルから読んでいた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(byte1 &amp; 0x0F) → 誤り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修正後: Status を上位ニブルから読む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byte1     = rawBytes[1] &amp; 0xFF;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status    = (byte1 &gt;&gt; 4) &amp; 0x0F;  // bits 7:4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ewDir     = (byte1 &gt;&gt; 1) &amp; 0x01;  // bit 1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final speedMult = byte1 &amp; 0x01;          // bit 0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statusIsAirborne: status == 2,  // AIRBORNE=2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02412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方向・速度デコードの追加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98448"/>
            <a:ext cx="3794760" cy="278892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298448"/>
            <a:ext cx="50292" cy="2788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389888"/>
            <a:ext cx="3630168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EWDirection フラグで西半球補正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double _decodeDirection(int raw, int ewDir)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=&gt; ewDir == 1 ? raw + 180.0 : raw.toDouble();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SpeedMult で低速/高速域切替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double _decodeSpeedH(int raw, int mult)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=&gt; mult == 1 ? raw * 0.75 : raw * 0.25;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垂直速度 int8 × 0.5 m/s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double _decodeSpeedV(int raw) {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final s = raw &gt;= 128 ? raw - 256 : raw;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return s * 0.5;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8795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追加された新フィールド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4462272"/>
          <a:ext cx="832103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フィールド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取得元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altitudeMeters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気圧高度 QFE（地上=0m）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AltitudeBaro Byte13-14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altitudeGeoMeters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GPS WGS84 高度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AltitudeGeo  Byte15-16  ← 新規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speedH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水平速度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SpeedH Byte3 + SpeedMult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speedV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垂直速度 m/s（正=上昇）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SpeedV Byte4 (int8)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進行方向 degrees 0-359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Direction Byte2 + EWDir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statusIsAirborne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飛行中フラグ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12121"/>
                          </a:solidFill>
                          <a:latin typeface="Yu Gothic"/>
                        </a:rPr>
                        <a:t>Status == AIRBORNE(2)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Pi 起動エラーの修正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hciconfig hci0 up — アダプターが既に UP のときにエラーになる問題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Yu Gothic"/>
              </a:rPr>
              <a:t>発生したエラー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8321040" cy="201168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0292" cy="2011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89888"/>
            <a:ext cx="8156448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$ python3 -u /home/pi/remote_id.py --gps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GPS: /dev/ttyACM0 を開きました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BME280: I2C 0x76 地上気圧=1003.5hPa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Traceback (most recent call last):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File "/home/pi/remote_id.py", line 415, in configure_adapter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_run(["sudo", "hciconfig", "hci0", "up"])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subprocess.CalledProcessError: Command '['sudo', 'hciconfig', 'hci0', 'up']'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returned non-zero exit status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0156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原因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75887"/>
            <a:ext cx="8321040" cy="17373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675887"/>
            <a:ext cx="50292" cy="1737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767327"/>
            <a:ext cx="815644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hci0 は起動済み（UP RUNNING）だった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hci0: Type: Primary  Bus: UART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BD Address: D8:3A:DD:E2:55:36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  UP RUNNING   ← 既に起動済み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hciconfig up は既に UP のときにエラーコード 1 を返す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subprocess.run(check=True) がそれを例外として扱っていた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5046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97B"/>
                </a:solidFill>
                <a:latin typeface="Yu Gothic"/>
              </a:rPr>
              <a:t>修正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779008"/>
            <a:ext cx="3931920" cy="822960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779008"/>
            <a:ext cx="50292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5870448"/>
            <a:ext cx="376732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# 修正前: check=True で失敗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_run(["sudo", "hciconfig", HCI_DEV, "up"])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# 修正後: check なし（既に UP でも続行）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subprocess.run(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["sudo", "hciconfig", HCI_DEV, "up"],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stdout=DEVNULL, stderr=DEVNULL,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37E"/>
                </a:solidFill>
                <a:latin typeface="Yu Gothic"/>
              </a:rPr>
              <a:t>アプリ内コンソールログ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16161"/>
                </a:solidFill>
                <a:latin typeface="Yu Gothic"/>
              </a:rPr>
              <a:t>BLE 受信・センサー取得・ZK 証明の動きをアプリ画面で確認できるようにした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96112"/>
            <a:ext cx="8321040" cy="15240"/>
          </a:xfrm>
          <a:prstGeom prst="rect">
            <a:avLst/>
          </a:prstGeom>
          <a:solidFill>
            <a:srgbClr val="BD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65653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16161"/>
                </a:solidFill>
                <a:latin typeface="Yu Gothi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追加した仕組み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931920" cy="2633472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0292" cy="2633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89888"/>
            <a:ext cx="3767328" cy="245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_log() ヘルパー: タイムスタンプ付きで蓄積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void _log(String msg) {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final ts = '12:34:56';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setState(() {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_status = msg;       // 既存の状態バーも更新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_logs.add('[$ts] $msg');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  if (_logs.length &gt; 200) _logs.removeAt(0);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});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// 追加後に自動スクロール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_logScrollController.jumpTo(maxExtent);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98448"/>
            <a:ext cx="3794760" cy="2633472"/>
          </a:xfrm>
          <a:prstGeom prst="rect">
            <a:avLst/>
          </a:prstGeom>
          <a:solidFill>
            <a:srgbClr val="F3F6FB"/>
          </a:solidFill>
          <a:ln w="6350">
            <a:solidFill>
              <a:srgbClr val="BD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298448"/>
            <a:ext cx="50292" cy="2633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389888"/>
            <a:ext cx="3630168" cy="245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A202C"/>
                </a:solidFill>
                <a:latin typeface="Courier New"/>
              </a:rPr>
              <a:t>// BLE パケット受信時にログ追加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[BLE BasicID] UAS_ID=UAV-ZKP-M1-DEMO00 rssi=-62dBm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[BLE Location] seq=4 lat=34.968581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lon=135.899214 alt=0.3m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  airborne=true rssi=-62dBm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// 証明フロー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① Witness を計算しています...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② Groth16 証明を生成しています...</a:t>
            </a:r>
          </a:p>
          <a:p>
            <a:r>
              <a:rPr sz="1000">
                <a:solidFill>
                  <a:srgbClr val="1A202C"/>
                </a:solidFill>
                <a:latin typeface="Courier New"/>
              </a:rPr>
              <a:t>✓ 証明・検証 完了（2.3s）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4164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Yu Gothic"/>
              </a:rPr>
              <a:t>ログタブの機能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4315968"/>
          <a:ext cx="83210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922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機能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詳細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ターミナル風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黒背景 / 等幅フォント / タイムスタンプ付き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色分け表示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BLE受信=青 / 完了=緑 / エラー=赤 / その他=白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自動スクロール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新しいログが来ると最下部に自動スクロール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クリア機能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右上のゴミ箱アイコンでログを一括削除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最大件数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121"/>
                          </a:solidFill>
                          <a:latin typeface="Yu Gothic"/>
                        </a:rPr>
                        <a:t>200件まで保持、超えた場合は古いものから削除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7E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1645920" cy="3175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8321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独自 BLE フォーマット → ASTM F3411-22a (OpenDroneID) 準拠に変更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Service UUID 0xFFFA の Service Data に 25 バイト固定長メッセージを格納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BasicID（機体識別）と Location（位置・高度・時刻）を 1 秒ごと交互に送信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Flutter アプリ: UUID 検索 → Location パース → タイムスタンプ再構築 → 自動入力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取得座標を正規化して Circom ZK 回路の private input に渡す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公開するのは within30 フラグと Poseidon commitment のみ — 生座標は非公開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Time Series 回路 (N=20) で録画中の全データポイントを一括証明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GPS（USB CDC）+ BME280（I²C）を Raspberry Pi に接続し実機センサーを統合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QFE 方式でドローン・ユーザー双方の高度を地上ゼロ基準に統一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opendroneid-core-c 準拠: Status 上位ニブル / AIRBORNE=2 / BasicID Byte1 修正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12121"/>
                </a:solidFill>
                <a:latin typeface="Yu Gothic"/>
              </a:rPr>
              <a:t>■  アプリ内コンソールログ: BLE受信・ZK証明の動きをリアルタイムで確認可能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263640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BEFF"/>
                </a:solidFill>
                <a:latin typeface="Yu Gothic"/>
              </a:rPr>
              <a:t>Pi 送信 / Flutter 受信の両側が完全 opendroneid-core-c 準拠 — BLE 受信動作確認済み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